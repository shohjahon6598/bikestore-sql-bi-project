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3A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6223A"/>
                </a:solidFill>
                <a:latin typeface="Arial"/>
              </a:rPr>
              <a:t>Revenue by Store City, 2016–2018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Baldwin</c:v>
                </c:pt>
              </c:strCache>
            </c:strRef>
          </c:tx>
          <c:spPr>
            <a:solidFill>
              <a:srgbClr val="F2641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1585135.69</c:v>
                </c:pt>
                <c:pt idx="1">
                  <c:v>2433949.29</c:v>
                </c:pt>
                <c:pt idx="2">
                  <c:v>682124.59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C7-4991-B8C0-4B42D0704D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Cruz</c:v>
                </c:pt>
              </c:strCache>
            </c:strRef>
          </c:tx>
          <c:spPr>
            <a:solidFill>
              <a:srgbClr val="3E5C7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544659.14</c:v>
                </c:pt>
                <c:pt idx="1">
                  <c:v>544196.99800000002</c:v>
                </c:pt>
                <c:pt idx="2">
                  <c:v>166635.51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C7-4991-B8C0-4B42D0704D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Rowlett</c:v>
                </c:pt>
              </c:strCache>
            </c:strRef>
          </c:tx>
          <c:spPr>
            <a:solidFill>
              <a:srgbClr val="8FA3B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243054.37</c:v>
                </c:pt>
                <c:pt idx="1">
                  <c:v>368826.36</c:v>
                </c:pt>
                <c:pt idx="2">
                  <c:v>94033.3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C7-4991-B8C0-4B42D0704D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ru-RU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17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3E5C7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F264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BIKESTORE  BI 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KPI Framework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relational schema to decision-ready insight: six views, four stored procedures,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 honest accounting of what the data can and can't tell 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Shohjahon Jumayev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Nine CSV Files to a BI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behind every KPI on the following slides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4206240"/>
          </a:xfrm>
          <a:prstGeom prst="roundRect">
            <a:avLst>
              <a:gd name="adj" fmla="val 2878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2011680"/>
            <a:ext cx="566928" cy="566928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593" y="21590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Raw Source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474720"/>
            <a:ext cx="20848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CSV files: stores, customers, staffs, products, brands, categories, stocks, orders, order_items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99816" y="35204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641A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46704" y="1691640"/>
            <a:ext cx="2542032" cy="4206240"/>
          </a:xfrm>
          <a:prstGeom prst="roundRect">
            <a:avLst>
              <a:gd name="adj" fmla="val 2878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4256" y="2011680"/>
            <a:ext cx="566928" cy="566928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657" y="215908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27889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Staging Layer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75304" y="3474720"/>
            <a:ext cx="20848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Loosely-typed staging tables, loaded via BULK INSERT directly from CSV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897880" y="35204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641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144768" y="1691640"/>
            <a:ext cx="2542032" cy="4206240"/>
          </a:xfrm>
          <a:prstGeom prst="roundRect">
            <a:avLst>
              <a:gd name="adj" fmla="val 2878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0" y="2011680"/>
            <a:ext cx="566928" cy="566928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721" y="215908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27889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Normalized Schema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73368" y="3474720"/>
            <a:ext cx="20848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typed tables with PK/FK constraints, CHECK rules, and a self-referencing staff hierarchy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695944" y="35204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641A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942832" y="1691640"/>
            <a:ext cx="2542032" cy="4206240"/>
          </a:xfrm>
          <a:prstGeom prst="roundRect">
            <a:avLst>
              <a:gd name="adj" fmla="val 2878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30384" y="2011680"/>
            <a:ext cx="566928" cy="566928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7785" y="215908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25712" y="27889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BI Layer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171432" y="3474720"/>
            <a:ext cx="20848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views + 4 parameterized stored procedures translating raw rows into business KPIs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mapped to where it's actually delivered in the database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9377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 Via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/ AOV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vw_StoreSalesSummary  -  sp_CalculateStoreKPI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by 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vw_StoreSalesSummary  -  sp_CalculateStoreKPI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Top-Selling 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vw_TopSellingProducts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by 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vw_SalesByCategory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Revenue Contribution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vw_StaffPerformance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Revenue Trend (YoY by city)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vw_RegionalRevenueTrends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Year-over-Year Growth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sp_YoYSalesComparison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 / Low-Stock Alerts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vw_LowInventoryStatus  -  sp_RestockList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Profile &amp; Top Purchase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sp_GetCustomerProfile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 / Margin by 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 no product cost column in source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9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computable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Inventory Turnover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 needs COGS + avg. inventory, not in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99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computable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622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Sales Summary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most basic question any retail business asks first: how is each location actually performing, in dollars?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777240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868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63440" y="1234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quantity × list_price × (1 − discount), per store, completed orders only.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2039112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21305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663440" y="24963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order_id) — not item-row count, so multi-item orders aren't inflated.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34840" y="3300984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63440" y="33924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(AOV)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663440" y="375818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÷ order count. Flags whether growth is from more orders or bigger baskets.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434840" y="4608576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every other store-level KPI in this project builds on this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622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Top-Selling Products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merchandising and purchasing teams which bikes are actually driving revenue — and which aren't.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777240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868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Revenue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63440" y="1234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grouped and summed by total revenue contribution, completed orders only.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2039112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21305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Revenue Formula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663440" y="24963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discount-adjusted calculation as the store summary, for consistency across views.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434840" y="4608576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directly informs restocking priorities and supplier negotiations.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622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3  +  PROCEDURE 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Health &amp; Restock List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 monitoring view with an action-oriented procedure — see the problem, then generate the fix list.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777240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868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vw_LowInventoryStatus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63440" y="1234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every product/store combination as low-stock or OK against a fixed threshold.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2039112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21305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sp_RestockList (@threshold)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663440" y="24963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version: caller chooses the cutoff and gets back only items that need action.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622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4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Performance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individual staff to the revenue they're responsible for — the bridge table is orders, since order_items has no staff link.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777240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868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Chain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63440" y="1234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staffs → orders (staff_id) → order_items (order_id). No direct FK exists between staff and items.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2039112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21305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staff_id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663440" y="24963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the actual ID, not just name, so two staff sharing a name are never merged.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34840" y="3300984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63440" y="33924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+ Order Count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663440" y="375818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included — distinguishes a few large sales from many small ones, a very different performance profile.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434840" y="4608576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supports fair commission/performance review conversations with real numbers.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622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Revenue Trends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store city, broken out by YEAR(order_date) — a static total can't show momentum, but a trend can.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6035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from this project's database run.</a:t>
            </a:r>
            <a:endParaRPr lang="en-US" sz="10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434840" y="822960"/>
          <a:ext cx="717804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622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Category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scoped as “sales/margin by category.” After inspecting the schema, margin was dropped — deliberately, not by oversight.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777240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868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delivered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63440" y="1234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per category, completed orders only, joined through products → categories.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2039112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21305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not: true margin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663440" y="24963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revenue − cost. The products table has list_price but no cost/COGS column anywhere in this schema.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34840" y="3300984"/>
            <a:ext cx="7178040" cy="1078992"/>
          </a:xfrm>
          <a:prstGeom prst="roundRect">
            <a:avLst>
              <a:gd name="adj" fmla="val 5932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63440" y="33924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call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663440" y="375818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 invented or proxy “margin” would be misleading. Scope was narrowed to what the data actually supports.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Procedures: KPIs On Demand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views show everything, procedures answer a specific question for a specific input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03504" cy="603504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203143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sp_CalculateStoreKPI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0020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PARAM: @store_id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651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 count, and AOV for one store — the parameterized version of the store summary view.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874520"/>
            <a:ext cx="603504" cy="603504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151" y="203143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856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sp_YoYSalesComparison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26948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PARAM: @year1, @year2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537960" y="2651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revenue for two chosen years, with the difference calculated via conditional aggregation in a single row.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434840"/>
            <a:ext cx="603504" cy="603504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871" y="4591751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416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sp_RestockList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00200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PARAM: @threshold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68680" y="5212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product/store combination at or below a caller-defined stock threshold — an actionable restock list.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17920" y="41605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434840"/>
            <a:ext cx="603504" cy="603504"/>
          </a:xfrm>
          <a:prstGeom prst="ellipse">
            <a:avLst/>
          </a:prstGeom>
          <a:solidFill>
            <a:srgbClr val="EDF1F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151" y="4591751"/>
            <a:ext cx="289682" cy="28968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9480" y="4416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sp_GetCustomerProfile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7269480" y="4754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PARAM: @customer_id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537960" y="5212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result sets in one call: spending summary, full purchase history, and the customer's single most-bought product.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3E5C7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F264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6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source tables  →  normalized schema  →  6 views  →  4 procedures  →  10 business KPIs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940</Words>
  <Application>Microsoft Office PowerPoint</Application>
  <PresentationFormat>Широкоэкранный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BikeStore BI Project - KPI Framework</dc:title>
  <dc:subject>PptxGenJS Presentation</dc:subject>
  <dc:creator>Shohjahon Jumayev</dc:creator>
  <cp:lastModifiedBy>shohjahon jumayev</cp:lastModifiedBy>
  <cp:revision>3</cp:revision>
  <dcterms:created xsi:type="dcterms:W3CDTF">2026-06-20T07:53:25Z</dcterms:created>
  <dcterms:modified xsi:type="dcterms:W3CDTF">2026-06-20T08:11:59Z</dcterms:modified>
</cp:coreProperties>
</file>